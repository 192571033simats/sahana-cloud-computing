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6" r:id="rId6"/>
    <p:sldId id="267" r:id="rId7"/>
    <p:sldId id="269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qNoaTol4lxeVroasH6jT3TtFT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944133" y="2692115"/>
            <a:ext cx="10441859" cy="1448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100000"/>
            </a:pPr>
            <a: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dirty="0" smtClean="0"/>
              <a:t>UNDERSTANDING CLOUD STORAGE MECHANISM</a:t>
            </a:r>
            <a:endParaRPr sz="2700"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6587613" y="4405744"/>
            <a:ext cx="5202939" cy="2452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  <a:endParaRPr sz="2400" b="1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400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SAHANA S</a:t>
            </a: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400" dirty="0" smtClean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192571033</a:t>
            </a:r>
            <a:endParaRPr sz="24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076212" y="4722854"/>
            <a:ext cx="4664187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SANTHIYA LAKSHMI K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365731" y="2159668"/>
            <a:ext cx="704182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 smtClean="0">
                <a:solidFill>
                  <a:schemeClr val="dk1"/>
                </a:solidFill>
                <a:latin typeface="Times New Roman"/>
                <a:ea typeface="Calibri"/>
                <a:cs typeface="Times New Roman"/>
                <a:sym typeface="Times New Roman"/>
              </a:rPr>
              <a:t>TECHNICAL PRESENTATION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544445" y="315595"/>
            <a:ext cx="66843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TECHNICAL SCIENCES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/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383627" y="1953628"/>
            <a:ext cx="11424745" cy="408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r>
              <a:rPr lang="en-US" dirty="0"/>
              <a:t>To understand the concept of </a:t>
            </a:r>
            <a:r>
              <a:rPr lang="en-US" b="1" dirty="0"/>
              <a:t>cloud storage</a:t>
            </a:r>
            <a:r>
              <a:rPr lang="en-US" dirty="0"/>
              <a:t> and its importance.</a:t>
            </a:r>
          </a:p>
          <a:p>
            <a:r>
              <a:rPr lang="en-US" dirty="0"/>
              <a:t>To explain how data is </a:t>
            </a:r>
            <a:r>
              <a:rPr lang="en-US" b="1" dirty="0"/>
              <a:t>stored, managed, and accessed</a:t>
            </a:r>
            <a:r>
              <a:rPr lang="en-US" dirty="0"/>
              <a:t> in the cloud.</a:t>
            </a:r>
          </a:p>
          <a:p>
            <a:r>
              <a:rPr lang="en-US" dirty="0"/>
              <a:t>To study the </a:t>
            </a:r>
            <a:r>
              <a:rPr lang="en-US" b="1" dirty="0"/>
              <a:t>architecture and working process</a:t>
            </a:r>
            <a:r>
              <a:rPr lang="en-US" dirty="0"/>
              <a:t> of cloud storage.</a:t>
            </a:r>
          </a:p>
          <a:p>
            <a:r>
              <a:rPr lang="en-US" dirty="0"/>
              <a:t>To identify the </a:t>
            </a:r>
            <a:r>
              <a:rPr lang="en-US" b="1" dirty="0"/>
              <a:t>key features and benefits</a:t>
            </a:r>
            <a:r>
              <a:rPr lang="en-US" dirty="0"/>
              <a:t> of cloud storage.</a:t>
            </a:r>
          </a:p>
          <a:p>
            <a:r>
              <a:rPr lang="en-US" dirty="0"/>
              <a:t>To explore the </a:t>
            </a:r>
            <a:r>
              <a:rPr lang="en-US" b="1" dirty="0"/>
              <a:t>real-world applications</a:t>
            </a:r>
            <a:r>
              <a:rPr lang="en-US" dirty="0"/>
              <a:t> of cloud storage in different industries.</a:t>
            </a:r>
          </a:p>
          <a:p>
            <a:r>
              <a:rPr lang="en-US" dirty="0"/>
              <a:t>To understand the </a:t>
            </a:r>
            <a:r>
              <a:rPr lang="en-US" b="1" dirty="0"/>
              <a:t>challenges, limitations, and future scope</a:t>
            </a:r>
            <a:r>
              <a:rPr lang="en-US" dirty="0"/>
              <a:t> of cloud storage technology.</a:t>
            </a:r>
          </a:p>
          <a:p>
            <a:endParaRPr lang="en-US" dirty="0"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1743958" y="274638"/>
            <a:ext cx="85501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body" idx="1"/>
          </p:nvPr>
        </p:nvSpPr>
        <p:spPr>
          <a:xfrm>
            <a:off x="0" y="1658388"/>
            <a:ext cx="12192000" cy="354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What is Cloud Storage?</a:t>
            </a:r>
          </a:p>
          <a:p>
            <a:r>
              <a:rPr lang="en-US" b="1" dirty="0"/>
              <a:t>Definition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Cloud storage is a cloud computing service that allows users to store, manage, and access data over the internet instead of on local storage devices.</a:t>
            </a:r>
          </a:p>
          <a:p>
            <a:r>
              <a:rPr lang="en-US" dirty="0" smtClean="0"/>
              <a:t>User </a:t>
            </a:r>
            <a:r>
              <a:rPr lang="en-US" dirty="0"/>
              <a:t>uploads files using the internet.</a:t>
            </a:r>
          </a:p>
          <a:p>
            <a:r>
              <a:rPr lang="en-US" dirty="0"/>
              <a:t>Data is encrypted for security.</a:t>
            </a:r>
          </a:p>
          <a:p>
            <a:r>
              <a:rPr lang="en-US" dirty="0"/>
              <a:t>Files are stored on multiple remote servers.</a:t>
            </a:r>
          </a:p>
          <a:p>
            <a:r>
              <a:rPr lang="en-US" dirty="0"/>
              <a:t>Data can be accessed anytime from any internet-connected device.</a:t>
            </a: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" name="Google Shape;131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>
            <a:spLocks noGrp="1"/>
          </p:cNvSpPr>
          <p:nvPr>
            <p:ph type="title"/>
          </p:nvPr>
        </p:nvSpPr>
        <p:spPr>
          <a:xfrm>
            <a:off x="2956232" y="291568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Traditional storage devices have </a:t>
            </a:r>
            <a:r>
              <a:rPr lang="en-US" b="1" dirty="0"/>
              <a:t>limited storage capacity</a:t>
            </a:r>
            <a:r>
              <a:rPr lang="en-US" dirty="0"/>
              <a:t>.</a:t>
            </a:r>
          </a:p>
          <a:p>
            <a:r>
              <a:rPr lang="en-US" dirty="0"/>
              <a:t>Data is accessible only from the device or local network.</a:t>
            </a:r>
          </a:p>
          <a:p>
            <a:r>
              <a:rPr lang="en-US" dirty="0"/>
              <a:t>Hardware failures can result in </a:t>
            </a:r>
            <a:r>
              <a:rPr lang="en-US" b="1" dirty="0"/>
              <a:t>data loss</a:t>
            </a:r>
            <a:r>
              <a:rPr lang="en-US" dirty="0"/>
              <a:t>.</a:t>
            </a:r>
          </a:p>
          <a:p>
            <a:r>
              <a:rPr lang="en-US" dirty="0"/>
              <a:t>Maintaining physical servers is </a:t>
            </a:r>
            <a:r>
              <a:rPr lang="en-US" b="1" dirty="0"/>
              <a:t>expensive and time-consuming</a:t>
            </a:r>
            <a:r>
              <a:rPr lang="en-US" dirty="0"/>
              <a:t>.</a:t>
            </a:r>
          </a:p>
          <a:p>
            <a:r>
              <a:rPr lang="en-US" dirty="0"/>
              <a:t>Sharing and collaborating on files is difficult.</a:t>
            </a:r>
          </a:p>
          <a:p>
            <a:r>
              <a:rPr lang="en-US" dirty="0"/>
              <a:t>Managing large volumes of data is challenging.</a:t>
            </a:r>
          </a:p>
        </p:txBody>
      </p:sp>
      <p:sp>
        <p:nvSpPr>
          <p:cNvPr id="148" name="Google Shape;148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9" name="Google Shape;149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51" name="Google Shape;15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CHALLENGES &amp; LIMITATIONS</a:t>
            </a:r>
            <a:endParaRPr/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609600" y="1892157"/>
            <a:ext cx="10972800" cy="4347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r>
              <a:rPr lang="en-US" b="1" dirty="0"/>
              <a:t>Internet Dependency</a:t>
            </a:r>
            <a:r>
              <a:rPr lang="en-US" dirty="0"/>
              <a:t> – Requires a stable internet connection to access data.</a:t>
            </a:r>
          </a:p>
          <a:p>
            <a:r>
              <a:rPr lang="en-US" b="1" dirty="0"/>
              <a:t>Data Security Risks</a:t>
            </a:r>
            <a:r>
              <a:rPr lang="en-US" dirty="0"/>
              <a:t> – Sensitive data may be vulnerable to cyberattacks if not properly protected.</a:t>
            </a:r>
          </a:p>
          <a:p>
            <a:r>
              <a:rPr lang="en-US" b="1" dirty="0"/>
              <a:t>Privacy Concerns</a:t>
            </a:r>
            <a:r>
              <a:rPr lang="en-US" dirty="0"/>
              <a:t> – Users must trust cloud providers to handle their data securely</a:t>
            </a:r>
            <a:r>
              <a:rPr lang="en-US" dirty="0" smtClean="0"/>
              <a:t>.</a:t>
            </a:r>
          </a:p>
          <a:p>
            <a:r>
              <a:rPr lang="en-US" b="1" dirty="0"/>
              <a:t>Limited Free Storage</a:t>
            </a:r>
            <a:r>
              <a:rPr lang="en-US" dirty="0"/>
              <a:t> – Free plans provide limited storage capacity.</a:t>
            </a:r>
          </a:p>
          <a:p>
            <a:r>
              <a:rPr lang="en-US" b="1" dirty="0"/>
              <a:t>Ongoing Subscription Costs</a:t>
            </a:r>
            <a:r>
              <a:rPr lang="en-US" dirty="0"/>
              <a:t> – Additional storage requires paid plans.</a:t>
            </a:r>
          </a:p>
          <a:p>
            <a:r>
              <a:rPr lang="en-US" b="1" dirty="0"/>
              <a:t>Service Downtime</a:t>
            </a:r>
            <a:r>
              <a:rPr lang="en-US" dirty="0"/>
              <a:t> – Cloud services may occasionally become unavailable due to maintenance or outages.</a:t>
            </a:r>
          </a:p>
          <a:p>
            <a:endParaRPr lang="en-US" dirty="0"/>
          </a:p>
        </p:txBody>
      </p:sp>
      <p:pic>
        <p:nvPicPr>
          <p:cNvPr id="198" name="Google Shape;19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EEA1102</a:t>
            </a:r>
            <a:endParaRPr/>
          </a:p>
        </p:txBody>
      </p:sp>
      <p:sp>
        <p:nvSpPr>
          <p:cNvPr id="201" name="Google Shape;201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>
            <a:spLocks noGrp="1"/>
          </p:cNvSpPr>
          <p:nvPr>
            <p:ph type="title"/>
          </p:nvPr>
        </p:nvSpPr>
        <p:spPr>
          <a:xfrm>
            <a:off x="1800520" y="274638"/>
            <a:ext cx="816911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/>
          </a:p>
        </p:txBody>
      </p:sp>
      <p:sp>
        <p:nvSpPr>
          <p:cNvPr id="207" name="Google Shape;207;p12"/>
          <p:cNvSpPr txBox="1">
            <a:spLocks noGrp="1"/>
          </p:cNvSpPr>
          <p:nvPr>
            <p:ph type="body" idx="1"/>
          </p:nvPr>
        </p:nvSpPr>
        <p:spPr>
          <a:xfrm>
            <a:off x="0" y="1534510"/>
            <a:ext cx="12192000" cy="450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Cloud storage is a core technology in cloud computing that enables secure and efficient data management.</a:t>
            </a:r>
          </a:p>
          <a:p>
            <a:r>
              <a:rPr lang="en-US" dirty="0"/>
              <a:t>It allows users to </a:t>
            </a:r>
            <a:r>
              <a:rPr lang="en-US" b="1" dirty="0"/>
              <a:t>store, access, and share data from anywhere</a:t>
            </a:r>
            <a:r>
              <a:rPr lang="en-US" dirty="0"/>
              <a:t> using the internet.</a:t>
            </a:r>
          </a:p>
          <a:p>
            <a:r>
              <a:rPr lang="en-US" dirty="0"/>
              <a:t>Features such as </a:t>
            </a:r>
            <a:r>
              <a:rPr lang="en-US" b="1" dirty="0"/>
              <a:t>scalability, automatic backup, and high availability</a:t>
            </a:r>
            <a:r>
              <a:rPr lang="en-US" dirty="0"/>
              <a:t> make it suitable for both individuals and organizations</a:t>
            </a:r>
            <a:r>
              <a:rPr lang="en-US" dirty="0" smtClean="0"/>
              <a:t>.</a:t>
            </a:r>
          </a:p>
          <a:p>
            <a:r>
              <a:rPr lang="en-US" b="1" dirty="0"/>
              <a:t>AI-powered Storage Management</a:t>
            </a:r>
            <a:r>
              <a:rPr lang="en-US" dirty="0"/>
              <a:t> for intelligent data organization and optimization.</a:t>
            </a:r>
          </a:p>
          <a:p>
            <a:r>
              <a:rPr lang="en-US" b="1" dirty="0"/>
              <a:t>Enhanced Security</a:t>
            </a:r>
            <a:r>
              <a:rPr lang="en-US" dirty="0"/>
              <a:t> using advanced encryption and zero-trust security models.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208" name="Google Shape;20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1" name="Google Shape;211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EEA1102</a:t>
            </a:r>
            <a:endParaRPr/>
          </a:p>
        </p:txBody>
      </p:sp>
      <p:sp>
        <p:nvSpPr>
          <p:cNvPr id="227" name="Google Shape;227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28" name="Google Shape;22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86" y="39317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016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6102" y="2057875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76</Words>
  <Application>Microsoft Office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 UNDERSTANDING CLOUD STORAGE MECHANISM</vt:lpstr>
      <vt:lpstr>OBJECTIVES</vt:lpstr>
      <vt:lpstr>INTRODUCTION</vt:lpstr>
      <vt:lpstr>PROBLEM STATEMENT</vt:lpstr>
      <vt:lpstr>CHALLENGES &amp; LIMITATIONS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CLOUD STORAGE MECHANISM</dc:title>
  <dc:creator>HP</dc:creator>
  <cp:lastModifiedBy>HP</cp:lastModifiedBy>
  <cp:revision>3</cp:revision>
  <dcterms:modified xsi:type="dcterms:W3CDTF">2026-08-11T04:11:21Z</dcterms:modified>
</cp:coreProperties>
</file>